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  <p:sldId id="268" r:id="rIdSlide13"/>
    <p:sldId id="269" r:id="rIdSlide14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Master1" Type="http://schemas.openxmlformats.org/officeDocument/2006/relationships/slideMaster" Target="slideMasters/slideMaster1.xml"/>
  <Relationship Id="rIdSlide1" Type="http://schemas.openxmlformats.org/officeDocument/2006/relationships/slide" Target="slides/slide1.xml"/>
  <Relationship Id="rIdSlide2" Type="http://schemas.openxmlformats.org/officeDocument/2006/relationships/slide" Target="slides/slide2.xml"/>
  <Relationship Id="rIdSlide3" Type="http://schemas.openxmlformats.org/officeDocument/2006/relationships/slide" Target="slides/slide3.xml"/>
  <Relationship Id="rIdSlide4" Type="http://schemas.openxmlformats.org/officeDocument/2006/relationships/slide" Target="slides/slide4.xml"/>
  <Relationship Id="rIdSlide5" Type="http://schemas.openxmlformats.org/officeDocument/2006/relationships/slide" Target="slides/slide5.xml"/>
  <Relationship Id="rIdSlide6" Type="http://schemas.openxmlformats.org/officeDocument/2006/relationships/slide" Target="slides/slide6.xml"/>
  <Relationship Id="rIdSlide7" Type="http://schemas.openxmlformats.org/officeDocument/2006/relationships/slide" Target="slides/slide7.xml"/>
  <Relationship Id="rIdSlide8" Type="http://schemas.openxmlformats.org/officeDocument/2006/relationships/slide" Target="slides/slide8.xml"/>
  <Relationship Id="rIdSlide9" Type="http://schemas.openxmlformats.org/officeDocument/2006/relationships/slide" Target="slides/slide9.xml"/>
  <Relationship Id="rIdSlide10" Type="http://schemas.openxmlformats.org/officeDocument/2006/relationships/slide" Target="slides/slide10.xml"/>
  <Relationship Id="rIdSlide11" Type="http://schemas.openxmlformats.org/officeDocument/2006/relationships/slide" Target="slides/slide11.xml"/>
  <Relationship Id="rIdSlide12" Type="http://schemas.openxmlformats.org/officeDocument/2006/relationships/slide" Target="slides/slide12.xml"/>
  <Relationship Id="rIdSlide13" Type="http://schemas.openxmlformats.org/officeDocument/2006/relationships/slide" Target="slides/slide13.xml"/>
  <Relationship Id="rIdSlide14" Type="http://schemas.openxmlformats.org/officeDocument/2006/relationships/slide" Target="slides/slide14.xml"/>
</Relationships>
</file>

<file path=ppt/slideLayouts/_rels/slideLayout1.xml.rels><?xml version="1.0" encoding="UTF-8" standalone="yes"?>
<Relationships xmlns="http://schemas.openxmlformats.org/package/2006/relationships">
  <Relationship Id="rIdMaster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</p:sldMaster>
</file>

<file path=ppt/slides/_rels/slide1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Img1" Type="http://schemas.openxmlformats.org/officeDocument/2006/relationships/image" Target="../media/slide_img_1.png"/>
</Relationships>
</file>

<file path=ppt/slides/_rels/slide2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Img1" Type="http://schemas.openxmlformats.org/officeDocument/2006/relationships/image" Target="../media/slide_img_2.png"/>
</Relationships>
</file>

<file path=ppt/slides/_rels/slide3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Img1" Type="http://schemas.openxmlformats.org/officeDocument/2006/relationships/image" Target="../media/slide_img_3.png"/>
</Relationships>
</file>

<file path=ppt/slides/_rels/slide4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Img1" Type="http://schemas.openxmlformats.org/officeDocument/2006/relationships/image" Target="../media/slide_img_4.png"/>
</Relationships>
</file>

<file path=ppt/slides/_rels/slide5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Img1" Type="http://schemas.openxmlformats.org/officeDocument/2006/relationships/image" Target="../media/slide_img_5.png"/>
</Relationships>
</file>

<file path=ppt/slides/_rels/slide6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Img1" Type="http://schemas.openxmlformats.org/officeDocument/2006/relationships/image" Target="../media/slide_img_6.png"/>
</Relationships>
</file>

<file path=ppt/slides/_rels/slide7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Img1" Type="http://schemas.openxmlformats.org/officeDocument/2006/relationships/image" Target="../media/slide_img_7.png"/>
</Relationships>
</file>

<file path=ppt/slides/_rels/slide8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Img1" Type="http://schemas.openxmlformats.org/officeDocument/2006/relationships/image" Target="../media/slide_img_8.png"/>
</Relationships>
</file>

<file path=ppt/slides/_rels/slide9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Img1" Type="http://schemas.openxmlformats.org/officeDocument/2006/relationships/image" Target="../media/slide_img_9.png"/>
</Relationships>
</file>

<file path=ppt/slides/_rels/slide10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Img1" Type="http://schemas.openxmlformats.org/officeDocument/2006/relationships/image" Target="../media/slide_img_10.png"/>
</Relationships>
</file>

<file path=ppt/slides/_rels/slide11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Img1" Type="http://schemas.openxmlformats.org/officeDocument/2006/relationships/image" Target="../media/slide_img_11.png"/>
</Relationships>
</file>

<file path=ppt/slides/_rels/slide12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Img1" Type="http://schemas.openxmlformats.org/officeDocument/2006/relationships/image" Target="../media/slide_img_12.png"/>
</Relationships>
</file>

<file path=ppt/slides/_rels/slide13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Img1" Type="http://schemas.openxmlformats.org/officeDocument/2006/relationships/image" Target="../media/slide_img_13.png"/>
</Relationships>
</file>

<file path=ppt/slides/_rels/slide14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Img1" Type="http://schemas.openxmlformats.org/officeDocument/2006/relationships/image" Target="../media/slide_img_14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1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2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3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4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5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6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7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8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9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10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11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12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13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14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