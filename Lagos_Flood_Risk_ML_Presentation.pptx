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Master1"/>
  </p:sldMasterIdLst>
  <p:sldIdLst>
    <p:sldId id="256" r:id="rIdSlide1"/>
    <p:sldId id="257" r:id="rIdSlide2"/>
    <p:sldId id="258" r:id="rIdSlide3"/>
    <p:sldId id="259" r:id="rIdSlide4"/>
    <p:sldId id="260" r:id="rIdSlide5"/>
    <p:sldId id="261" r:id="rIdSlide6"/>
    <p:sldId id="262" r:id="rIdSlide7"/>
    <p:sldId id="263" r:id="rIdSlide8"/>
    <p:sldId id="264" r:id="rIdSlide9"/>
    <p:sldId id="265" r:id="rIdSlide10"/>
    <p:sldId id="266" r:id="rIdSlide11"/>
    <p:sldId id="267" r:id="rIdSlide12"/>
    <p:sldId id="268" r:id="rIdSlide13"/>
    <p:sldId id="269" r:id="rIdSlide14"/>
    <p:sldId id="270" r:id="rIdSlide15"/>
    <p:sldId id="271" r:id="rIdSlide16"/>
    <p:sldId id="272" r:id="rIdSlide17"/>
    <p:sldId id="273" r:id="rIdSlide18"/>
    <p:sldId id="274" r:id="rIdSlide19"/>
    <p:sldId id="275" r:id="rIdSlide20"/>
  </p:sldIdLst>
  <p:sldSz cx="12192000" cy="6858000" type="screen16x9"/>
  <p:notesSz cx="6858000" cy="12192000"/>
</p:presentation>
</file>

<file path=ppt/_rels/presentation.xml.rels><?xml version="1.0" encoding="UTF-8" standalone="yes"?>
<Relationships xmlns="http://schemas.openxmlformats.org/package/2006/relationships">
  <Relationship Id="rIdMaster1" Type="http://schemas.openxmlformats.org/officeDocument/2006/relationships/slideMaster" Target="slideMasters/slideMaster1.xml"/>
  <Relationship Id="rIdSlide1" Type="http://schemas.openxmlformats.org/officeDocument/2006/relationships/slide" Target="slides/slide1.xml"/>
  <Relationship Id="rIdSlide2" Type="http://schemas.openxmlformats.org/officeDocument/2006/relationships/slide" Target="slides/slide2.xml"/>
  <Relationship Id="rIdSlide3" Type="http://schemas.openxmlformats.org/officeDocument/2006/relationships/slide" Target="slides/slide3.xml"/>
  <Relationship Id="rIdSlide4" Type="http://schemas.openxmlformats.org/officeDocument/2006/relationships/slide" Target="slides/slide4.xml"/>
  <Relationship Id="rIdSlide5" Type="http://schemas.openxmlformats.org/officeDocument/2006/relationships/slide" Target="slides/slide5.xml"/>
  <Relationship Id="rIdSlide6" Type="http://schemas.openxmlformats.org/officeDocument/2006/relationships/slide" Target="slides/slide6.xml"/>
  <Relationship Id="rIdSlide7" Type="http://schemas.openxmlformats.org/officeDocument/2006/relationships/slide" Target="slides/slide7.xml"/>
  <Relationship Id="rIdSlide8" Type="http://schemas.openxmlformats.org/officeDocument/2006/relationships/slide" Target="slides/slide8.xml"/>
  <Relationship Id="rIdSlide9" Type="http://schemas.openxmlformats.org/officeDocument/2006/relationships/slide" Target="slides/slide9.xml"/>
  <Relationship Id="rIdSlide10" Type="http://schemas.openxmlformats.org/officeDocument/2006/relationships/slide" Target="slides/slide10.xml"/>
  <Relationship Id="rIdSlide11" Type="http://schemas.openxmlformats.org/officeDocument/2006/relationships/slide" Target="slides/slide11.xml"/>
  <Relationship Id="rIdSlide12" Type="http://schemas.openxmlformats.org/officeDocument/2006/relationships/slide" Target="slides/slide12.xml"/>
  <Relationship Id="rIdSlide13" Type="http://schemas.openxmlformats.org/officeDocument/2006/relationships/slide" Target="slides/slide13.xml"/>
  <Relationship Id="rIdSlide14" Type="http://schemas.openxmlformats.org/officeDocument/2006/relationships/slide" Target="slides/slide14.xml"/>
  <Relationship Id="rIdSlide15" Type="http://schemas.openxmlformats.org/officeDocument/2006/relationships/slide" Target="slides/slide15.xml"/>
  <Relationship Id="rIdSlide16" Type="http://schemas.openxmlformats.org/officeDocument/2006/relationships/slide" Target="slides/slide16.xml"/>
  <Relationship Id="rIdSlide17" Type="http://schemas.openxmlformats.org/officeDocument/2006/relationships/slide" Target="slides/slide17.xml"/>
  <Relationship Id="rIdSlide18" Type="http://schemas.openxmlformats.org/officeDocument/2006/relationships/slide" Target="slides/slide18.xml"/>
  <Relationship Id="rIdSlide19" Type="http://schemas.openxmlformats.org/officeDocument/2006/relationships/slide" Target="slides/slide19.xml"/>
  <Relationship Id="rIdSlide20" Type="http://schemas.openxmlformats.org/officeDocument/2006/relationships/slide" Target="slides/slide20.xml"/>
</Relationships>
</file>

<file path=ppt/slideLayouts/_rels/slideLayout1.xml.rels><?xml version="1.0" encoding="UTF-8" standalone="yes"?>
<Relationships xmlns="http://schemas.openxmlformats.org/package/2006/relationships">
  <Relationship Id="rIdMaster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Layout1"/>
  </p:sldLayoutIdLst>
</p:sldMaster>
</file>

<file path=ppt/slides/_rels/slide1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1.png"/>
</Relationships>
</file>

<file path=ppt/slides/_rels/slide2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2.png"/>
</Relationships>
</file>

<file path=ppt/slides/_rels/slide3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3.png"/>
</Relationships>
</file>

<file path=ppt/slides/_rels/slide4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4.png"/>
</Relationships>
</file>

<file path=ppt/slides/_rels/slide5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5.png"/>
</Relationships>
</file>

<file path=ppt/slides/_rels/slide6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6.png"/>
</Relationships>
</file>

<file path=ppt/slides/_rels/slide7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7.png"/>
</Relationships>
</file>

<file path=ppt/slides/_rels/slide8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8.png"/>
</Relationships>
</file>

<file path=ppt/slides/_rels/slide9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9.png"/>
</Relationships>
</file>

<file path=ppt/slides/_rels/slide10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10.png"/>
</Relationships>
</file>

<file path=ppt/slides/_rels/slide11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11.png"/>
</Relationships>
</file>

<file path=ppt/slides/_rels/slide12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12.png"/>
</Relationships>
</file>

<file path=ppt/slides/_rels/slide13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13.png"/>
</Relationships>
</file>

<file path=ppt/slides/_rels/slide14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14.png"/>
</Relationships>
</file>

<file path=ppt/slides/_rels/slide15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15.png"/>
</Relationships>
</file>

<file path=ppt/slides/_rels/slide16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16.png"/>
</Relationships>
</file>

<file path=ppt/slides/_rels/slide17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17.png"/>
</Relationships>
</file>

<file path=ppt/slides/_rels/slide18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18.png"/>
</Relationships>
</file>

<file path=ppt/slides/_rels/slide19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19.png"/>
</Relationships>
</file>

<file path=ppt/slides/_rels/slide20.xml.rels><?xml version="1.0" encoding="UTF-8" standalone="yes"?>
<Relationships xmlns="http://schemas.openxmlformats.org/package/2006/relationships">
  <Relationship Id="rIdLayout1" Type="http://schemas.openxmlformats.org/officeDocument/2006/relationships/slideLayout" Target="../slideLayouts/slideLayout1.xml"/>
  <Relationship Id="rIdImg1" Type="http://schemas.openxmlformats.org/officeDocument/2006/relationships/image" Target="../media/slide_img_20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1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2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3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4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5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6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7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8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9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10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11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12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13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14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15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16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17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18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19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lideImage20"/>
          <p:cNvPicPr>
            <a:picLocks noChangeAspect="1"/>
          </p:cNvPicPr>
          <p:nvPr/>
        </p:nvPicPr>
        <p:blipFill>
          <a:blip r:embed="rIdImg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